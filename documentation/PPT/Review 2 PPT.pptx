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9" r:id="rId3"/>
    <p:sldId id="257" r:id="rId4"/>
    <p:sldId id="273" r:id="rId5"/>
    <p:sldId id="268" r:id="rId6"/>
    <p:sldId id="272" r:id="rId7"/>
    <p:sldId id="271" r:id="rId8"/>
    <p:sldId id="270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917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JAYAVADIVEL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64371385"/>
              </p:ext>
            </p:extLst>
          </p:nvPr>
        </p:nvGraphicFramePr>
        <p:xfrm>
          <a:off x="553347" y="2721840"/>
          <a:ext cx="6369313" cy="24689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303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20221CSE0030           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20221CSE0025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J MONICA JASMINE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VAIBHAVI NM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HARSHITHA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 and Dr 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Category (Hardware / Software / Both) 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Problem Description :</a:t>
            </a:r>
            <a:r>
              <a:rPr lang="en-US" sz="1800" dirty="0">
                <a:latin typeface="+mj-lt"/>
              </a:rPr>
              <a:t>The project will likely involve analyzing geological and environmental data to predict optimal locations for drilling water wells, which addresses a common need for sustainable water resources</a:t>
            </a:r>
            <a:r>
              <a:rPr lang="en-US" dirty="0">
                <a:latin typeface="+mj-lt"/>
              </a:rPr>
              <a:t>.</a:t>
            </a: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01104" y="1013044"/>
            <a:ext cx="1199089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 </a:t>
            </a:r>
            <a:r>
              <a:rPr lang="en-US" sz="1800" dirty="0"/>
              <a:t>This would include the specific AI/machine learning frameworks, programming languages (like Python), and libraries (like TensorFlow or </a:t>
            </a:r>
            <a:r>
              <a:rPr lang="en-US" sz="1800" dirty="0" err="1"/>
              <a:t>PyTorch</a:t>
            </a:r>
            <a:r>
              <a:rPr lang="en-US" sz="1800" dirty="0"/>
              <a:t>) used to build. 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678EA7-2B1F-C19F-07BD-B5DBBD840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072" y="1930479"/>
            <a:ext cx="1168609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a water well predictor, this would likely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Programming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Python, due to its robust libraries for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Libraries/Frameworks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Libraries like TensorFlow,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or Scikit-learn for building and training the predictive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Libraries such as Pandas and NumPy for data manipulation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Tools like Matplotlib or Seaborn to visualize data trends and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Cloud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Platforms like Google Cloud, AWS, or Azure for processing large datasets and deploying the final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:  https://github.com/vaibhavi325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r>
              <a:rPr lang="en-US" dirty="0">
                <a:latin typeface="+mj-lt"/>
              </a:rPr>
              <a:t>Here's an analysis of the problem statement for an AI-enabled water well predictor, focusing on a software-based model:</a:t>
            </a:r>
          </a:p>
          <a:p>
            <a:pPr marL="7620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The core problem addressed by an AI-enabled water well predictor is the </a:t>
            </a:r>
            <a:r>
              <a:rPr lang="en-US" b="1" dirty="0">
                <a:latin typeface="+mj-lt"/>
              </a:rPr>
              <a:t>inefficiency, imprecision, and resource intensiveness of traditional methods for locating and managing groundwater resources.</a:t>
            </a:r>
            <a:r>
              <a:rPr lang="en-US" dirty="0">
                <a:latin typeface="+mj-lt"/>
              </a:rPr>
              <a:t> This leads to various negative consequences, including</a:t>
            </a:r>
          </a:p>
          <a:p>
            <a:pPr marL="76200" indent="0">
              <a:buNone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Suboptimal Well Placement:</a:t>
            </a:r>
            <a:r>
              <a:rPr lang="en-US" dirty="0">
                <a:latin typeface="+mj-lt"/>
              </a:rPr>
              <a:t> Drilling in locations with low water yield, poor water quality, or unsustainable recharge rates.</a:t>
            </a:r>
          </a:p>
          <a:p>
            <a:pPr marL="76200" indent="0">
              <a:buNone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Wasted Resources:</a:t>
            </a:r>
            <a:r>
              <a:rPr lang="en-US" dirty="0">
                <a:latin typeface="+mj-lt"/>
              </a:rPr>
              <a:t> Significant financial investment, time, and effort spent on unsuccessful or inefficient drilling operations.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Environmental Impact:</a:t>
            </a:r>
            <a:r>
              <a:rPr lang="en-US" dirty="0">
                <a:latin typeface="+mj-lt"/>
              </a:rPr>
              <a:t> Potential for over-extraction leading to declining water tables, land subsidence, and saltwater intrusion in coastal areas.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Lack of Real-time Insight:</a:t>
            </a:r>
            <a:r>
              <a:rPr lang="en-US" dirty="0">
                <a:latin typeface="+mj-lt"/>
              </a:rPr>
              <a:t> Traditional methods often rely on historical data and manual surveys, which are not conducive to dynamic water resource management or proactive interventions.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Limited Accessibility:</a:t>
            </a:r>
            <a:r>
              <a:rPr lang="en-US" dirty="0">
                <a:latin typeface="+mj-lt"/>
              </a:rPr>
              <a:t> Expertise for traditional hydrogeological surveys might be scarce or expensive, particularly in remote or underserved regions.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6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1500" b="1" dirty="0">
                <a:latin typeface="+mj-lt"/>
              </a:rPr>
              <a:t>key Challenges to Address within the Problem Statement Analysis:</a:t>
            </a:r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Data Availability and Quality:</a:t>
            </a:r>
            <a:r>
              <a:rPr lang="en-US" sz="1500" dirty="0">
                <a:latin typeface="+mj-lt"/>
              </a:rPr>
              <a:t> Obtaining comprehensive, high-quality, and consistent datasets for various geographical regions is a major challenge. This includes addressing missing values and integrating heterogeneous data formats.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Model Generalization:</a:t>
            </a:r>
            <a:r>
              <a:rPr lang="en-US" sz="1500" dirty="0">
                <a:latin typeface="+mj-lt"/>
              </a:rPr>
              <a:t> Ensuring the AI model performs accurately across diverse geological and hydrological conditions in different locations.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Interpretability (Explainable AI - XAI):</a:t>
            </a:r>
            <a:r>
              <a:rPr lang="en-US" sz="1500" dirty="0">
                <a:latin typeface="+mj-lt"/>
              </a:rPr>
              <a:t> Many advanced AI models can be "black boxes." The problem statement should acknowledge the need for interpretability to build trust and allow users to understand the reasoning behind predictions.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Computational Resources:</a:t>
            </a:r>
            <a:r>
              <a:rPr lang="en-US" sz="1500" dirty="0">
                <a:latin typeface="+mj-lt"/>
              </a:rPr>
              <a:t> Training complex AI models requires significant computational power, including GPUs.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Integration with Existing Systems:</a:t>
            </a:r>
            <a:r>
              <a:rPr lang="en-US" sz="1500" dirty="0">
                <a:latin typeface="+mj-lt"/>
              </a:rPr>
              <a:t> Seamless integration with existing water management systems or GIS (Geographic Information Systems) is crucial for practical application.</a:t>
            </a:r>
          </a:p>
          <a:p>
            <a:pPr marL="76200" indent="0">
              <a:buNone/>
            </a:pPr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Validation and Continuous Improvement:</a:t>
            </a:r>
            <a:r>
              <a:rPr lang="en-US" sz="1500" dirty="0">
                <a:latin typeface="+mj-lt"/>
              </a:rPr>
              <a:t> Establishing robust validation protocols and a feedback loop for continuous model improvement based on real-world outcomes and user input</a:t>
            </a:r>
            <a:r>
              <a:rPr lang="en-US" sz="1500" dirty="0"/>
              <a:t>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+mj-lt"/>
              </a:rPr>
              <a:t>[1]. A. Kumar, B. R. Patel, and C. Zhang, “Plant disease identification using convolutional neural networks,” </a:t>
            </a:r>
            <a:r>
              <a:rPr lang="en-US" i="1" dirty="0">
                <a:latin typeface="+mj-lt"/>
              </a:rPr>
              <a:t>IEEE Access</a:t>
            </a:r>
            <a:r>
              <a:rPr lang="en-US" dirty="0">
                <a:latin typeface="+mj-lt"/>
              </a:rPr>
              <a:t>, vol. 9, pp. 34567–34578, Mar. 2021.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+mj-lt"/>
              </a:rPr>
              <a:t>[2]. J. Smith, “Deep learning in agricultural systems,” </a:t>
            </a:r>
            <a:r>
              <a:rPr lang="en-US" i="1" dirty="0">
                <a:latin typeface="+mj-lt"/>
              </a:rPr>
              <a:t>IEEE Transactions on Neural Networks and Learning Systems</a:t>
            </a:r>
            <a:r>
              <a:rPr lang="en-US" dirty="0">
                <a:latin typeface="+mj-lt"/>
              </a:rPr>
              <a:t>, vol. 32, no. 7, pp. 1234–1245, Jul. 2021.</a:t>
            </a: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776</Words>
  <Application>Microsoft Office PowerPoint</Application>
  <PresentationFormat>Widescreen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Verdana</vt:lpstr>
      <vt:lpstr>Wingdings</vt:lpstr>
      <vt:lpstr>Bioinformatics</vt:lpstr>
      <vt:lpstr>PROJECT TITLE</vt:lpstr>
      <vt:lpstr>Problem Statement Number: </vt:lpstr>
      <vt:lpstr>Content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vaibhavinariyoor .</cp:lastModifiedBy>
  <cp:revision>45</cp:revision>
  <dcterms:modified xsi:type="dcterms:W3CDTF">2025-08-12T14:23:32Z</dcterms:modified>
</cp:coreProperties>
</file>